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    闪烁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presetID=9  ·  presetClass=emph    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900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50000">
                                          <p:val>
                                            <p:fltVal val="0.3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