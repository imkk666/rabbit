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diamond-in    菱形展开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presetID=8  ·  presetClass=entr  ·  presetSubtype=16  ·  filter=diamond(in)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