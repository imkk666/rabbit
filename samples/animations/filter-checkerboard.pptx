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checkerboard    棋盘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presetID=5  ·  presetClass=entr  ·  presetSubtype=10  ·  filter=checkerboard(across)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