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wedge-in    楔入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presetID=20  ·  presetClass=entr  ·  filter=wedge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