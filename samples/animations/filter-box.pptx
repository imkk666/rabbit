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box-in    盒状展开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presetID=4  ·  presetClass=entr  ·  presetSubtype=16  ·  filter=box(in)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2026-08-18T14:51:25Z</dcterms:created>
  <dcterms:modified xsi:type="dcterms:W3CDTF">2026-08-18T14:51:25Z</dcterms:modified>
</cp:coreProperties>
</file>