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    自左擦除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presetSubtype=8  ·  filter=wipe(right)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wipe-right    自右擦除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presetSubtype=2  ·  filter=wipe(left)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wipe-up    自下擦除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presetSubtype=4  ·  filter=wipe(up)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wipe-down    自上擦除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presetSubtype=1  ·  filter=wipe(down)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exit-wipe    擦除退出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presetClass=exit  ·  presetSubtype=8  ·  filter=wipe(right)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