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randombar    随机线条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presetID=14  ·  presetClass=entr  ·  presetSubtype=10  ·  filter=randombar(horizontal)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