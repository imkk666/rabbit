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spin-in    旋转进入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92000" y="92000"/>
                                      <p:to x="100000" y="100000"/>
                                    </p:animScale>
                                    <p:animRot from="-720000" to="0">
                                      <p:cBhvr>
                                        <p:cTn id="9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   陀螺旋转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presetID=8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