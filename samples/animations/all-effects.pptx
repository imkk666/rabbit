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    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presetID=10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fade-up    自下淡入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presetSubtype=4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fade-down    自上淡入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presetSubtype=1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fade-left    自左淡入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presetSubtype=8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fade-right    自右淡入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presetSubtype=2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scale-in    轻缩放进入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5000" y="8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zoom-in    放大进入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75000" y="75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spin-in    旋转进入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presetClass=entr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92000" y="92000"/>
                                      <p:to x="100000" y="100000"/>
                                    </p:animScale>
                                    <p:animRot from="-720000" to="0">
                                      <p:cBhvr>
                                        <p:cTn id="9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slide-up    自下滑入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presetSubtype=4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slide-down    自上滑入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presetSubtype=1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slide-left    自左滑入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presetSubtype=8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slide-right    自右滑入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·  presetSubtype=2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fly-in    飞入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presetClass=entr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    自左擦除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presetSubtype=8  ·  filter=wipe(right)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wipe-right    自右擦除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presetSubtype=2  ·  filter=wipe(left)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wipe-up    自下擦除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presetSubtype=4  ·  filter=wipe(up)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wipe-down    自上擦除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presetClass=entr  ·  presetSubtype=1  ·  filter=wipe(down)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blinds-h    百叶窗（横）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  ·  presetClass=entr  ·  presetSubtype=10  ·  filter=blinds(horizontal)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blinds-v    百叶窗（竖）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  ·  presetClass=entr  ·  presetSubtype=5  ·  filter=blinds(vertical)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checkerboard    棋盘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presetID=5  ·  presetClass=entr  ·  presetSubtype=10  ·  filter=checkerboard(across)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dissolve-in    溶解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presetID=9  ·  presetClass=entr  ·  filter=dissolve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randombar    随机线条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presetID=14  ·  presetClass=entr  ·  presetSubtype=10  ·  filter=randombar(horizontal)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strips-in    阶梯状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presetID=18  ·  presetClass=entr  ·  filter=strips(downRight)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box-in    盒状展开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presetID=4  ·  presetClass=entr  ·  presetSubtype=16  ·  filter=box(in)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circle-in    圆形展开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presetClass=entr  ·  presetSubtype=16  ·  filter=circle(in)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diamond-in    菱形展开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presetID=8  ·  presetClass=entr  ·  presetSubtype=16  ·  filter=diamond(in)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plus-in    十字展开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presetID=13  ·  presetClass=entr  ·  presetSubtype=16  ·  filter=plus(in)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wedge-in    楔入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presetID=20  ·  presetClass=entr  ·  filter=wedge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wheel-in    轮辐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presetID=21  ·  presetClass=entr  ·  presetSubtype=4  ·  filter=wheel(4)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pulse-soft    脉冲（弱）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03000" y="103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3000" y="103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   脉冲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6000" y="106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pulse-strong    脉冲（强）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5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  <p:animScale>
                                      <p:cBhvr>
                                        <p:cTn id="7" dur="450" accel="20000" decel="60000" fill="remove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grow-shrink-soft    缩放强调（弱）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7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5000" y="95000"/>
                                    </p:animScale>
                                    <p:animScale>
                                      <p:cBhvr>
                                        <p:cTn id="7" dur="360" accel="20000" decel="60000" fill="hold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95000" y="95000"/>
                                      <p:to x="104000" y="104000"/>
                                    </p:animScale>
                                    <p:animScale>
                                      <p:cBhvr>
                                        <p:cTn id="8" dur="270" accel="20000" decel="60000" fill="remove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4000" y="10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grow-shrink    缩放强调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7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90000" y="90000"/>
                                    </p:animScale>
                                    <p:animScale>
                                      <p:cBhvr>
                                        <p:cTn id="7" dur="360" accel="20000" decel="60000" fill="hold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90000" y="90000"/>
                                      <p:to x="108000" y="108000"/>
                                    </p:animScale>
                                    <p:animScale>
                                      <p:cBhvr>
                                        <p:cTn id="8" dur="270" accel="20000" decel="60000" fill="remove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grow-shrink-strong    缩放强调（强）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70" accel="20000" decel="6000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5000" y="85000"/>
                                    </p:animScale>
                                    <p:animScale>
                                      <p:cBhvr>
                                        <p:cTn id="7" dur="360" accel="20000" decel="60000" fill="hold">
                                          <p:stCondLst>
                                            <p:cond delay="2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85000" y="85000"/>
                                      <p:to x="112000" y="112000"/>
                                    </p:animScale>
                                    <p:animScale>
                                      <p:cBhvr>
                                        <p:cTn id="8" dur="270" accel="20000" decel="60000" fill="remove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112000" y="112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   陀螺旋转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presetID=8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   闪烁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presetID=9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900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50000">
                                          <p:val>
                                            <p:fltVal val="0.3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exit-fade    淡出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presetID=10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exit-scale    轻缩放退出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70000" decel="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85000" y="85000"/>
                                    </p:animScale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exit-zoom    缩小退出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presetID=31  ·  presetClass=exit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900" accel="70000" decel="0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75000" y="75000"/>
                                    </p:animScale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exit-wipe    擦除退出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presetID=22  ·  presetClass=exit  ·  presetSubtype=8  ·  filter=wipe(right)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exit-fly    飞出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  ·  presetClass=exit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70000" decel="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exit-dissolve    溶解退出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presetID=9  ·  presetClass=exit  ·  filter=dissolve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exit-blinds    百叶窗退出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presetID=3  ·  presetClass=exit  ·  presetSubtype=10  ·  filter=blinds(horizontal)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exit-circle    圆形收拢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presetID=6  ·  presetClass=exit  ·  presetSubtype=32  ·  filter=circle(out)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" dur="9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