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fade    淡入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presetID=10  ·  presetClass=entr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fade-up    自下淡入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presetID=2  ·  presetClass=entr  ·  presetSubtype=4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900" accel="0" decel="7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fade-down    自上淡入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presetID=2  ·  presetClass=entr  ·  presetSubtype=1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900" accel="0" decel="7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fade-left    自左淡入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presetID=2  ·  presetClass=entr  ·  presetSubtype=8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900" accel="0" decel="7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fade-right    自右淡入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presetID=2  ·  presetClass=entr  ·  presetSubtype=2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900" accel="0" decel="7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scale-in    轻缩放进入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presetID=31  ·  presetClass=entr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900" accel="0" decel="70000" fill="hold"/>
                                        <p:tgtEl>
                                          <p:spTgt spid="4"/>
                                        </p:tgtEl>
                                      </p:cBhvr>
                                      <p:from x="85000" y="8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zoom-in    放大进入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presetID=31  ·  presetClass=entr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900" accel="0" decel="70000" fill="hold"/>
                                        <p:tgtEl>
                                          <p:spTgt spid="4"/>
                                        </p:tgtEl>
                                      </p:cBhvr>
                                      <p:from x="75000" y="75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spin-in    旋转进入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presetID=31  ·  presetClass=entr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900" accel="0" decel="70000" fill="hold"/>
                                        <p:tgtEl>
                                          <p:spTgt spid="4"/>
                                        </p:tgtEl>
                                      </p:cBhvr>
                                      <p:from x="92000" y="92000"/>
                                      <p:to x="100000" y="100000"/>
                                    </p:animScale>
                                    <p:animRot from="-720000" to="0">
                                      <p:cBhvr>
                                        <p:cTn id="9" dur="900" accel="0" decel="7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slide-up    自下滑入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presetID=2  ·  presetClass=entr  ·  presetSubtype=4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900" accel="0" decel="7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slide-down    自上滑入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presetID=2  ·  presetClass=entr  ·  presetSubtype=1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900" accel="0" decel="7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slide-left    自左滑入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presetID=2  ·  presetClass=entr  ·  presetSubtype=8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900" accel="0" decel="7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slide-right    自右滑入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presetID=2  ·  presetClass=entr  ·  presetSubtype=2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900" accel="0" decel="7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fly-in    飞入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presetID=2  ·  presetClass=entr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900" accel="0" decel="7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wipe    自左擦除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presetID=22  ·  presetClass=entr  ·  presetSubtype=8  ·  filter=wipe(right)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wipe-right    自右擦除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presetID=22  ·  presetClass=entr  ·  presetSubtype=2  ·  filter=wipe(left)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wipe-up    自下擦除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presetID=22  ·  presetClass=entr  ·  presetSubtype=4  ·  filter=wipe(up)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wipe-down    自上擦除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presetID=22  ·  presetClass=entr  ·  presetSubtype=1  ·  filter=wipe(down)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blinds-h    百叶窗（横）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presetID=3  ·  presetClass=entr  ·  presetSubtype=10  ·  filter=blinds(horizontal)    （网页侧为近似）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blinds-v    百叶窗（竖）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presetID=3  ·  presetClass=entr  ·  presetSubtype=5  ·  filter=blinds(vertical)    （网页侧为近似）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5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vertical)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checkerboard    棋盘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presetID=5  ·  presetClass=entr  ·  presetSubtype=10  ·  filter=checkerboard(across)    （网页侧为近似）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dissolve-in    溶解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presetID=9  ·  presetClass=entr  ·  filter=dissolve    （网页侧为近似）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randombar    随机线条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presetID=14  ·  presetClass=entr  ·  presetSubtype=10  ·  filter=randombar(horizontal)    （网页侧为近似）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strips-in    阶梯状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presetID=18  ·  presetClass=entr  ·  filter=strips(downRight)    （网页侧为近似）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box-in    盒状展开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presetID=4  ·  presetClass=entr  ·  presetSubtype=16  ·  filter=box(in)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circle-in    圆形展开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presetID=6  ·  presetClass=entr  ·  presetSubtype=16  ·  filter=circle(in)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diamond-in    菱形展开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presetID=8  ·  presetClass=entr  ·  presetSubtype=16  ·  filter=diamond(in)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plus-in    十字展开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presetID=13  ·  presetClass=entr  ·  presetSubtype=16  ·  filter=plus(in)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plus(in)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wedge-in    楔入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presetID=20  ·  presetClass=entr  ·  filter=wedge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0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wheel-in    轮辐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presetID=21  ·  presetClass=entr  ·  presetSubtype=4  ·  filter=wheel(4)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4)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pulse-soft    脉冲（弱）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presetID=6  ·  presetClass=emph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450" accel="20000" decel="60000" fill="hold"/>
                                        <p:tgtEl>
                                          <p:spTgt spid="4"/>
                                        </p:tgtEl>
                                      </p:cBhvr>
                                      <p:from x="100000" y="100000"/>
                                      <p:to x="103000" y="103000"/>
                                    </p:animScale>
                                    <p:animScale>
                                      <p:cBhvr>
                                        <p:cTn id="7" dur="450" accel="20000" decel="60000" fill="remove">
                                          <p:stCondLst>
                                            <p:cond delay="4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from x="103000" y="103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    脉冲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presetID=6  ·  presetClass=emph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450" accel="20000" decel="60000" fill="hold"/>
                                        <p:tgtEl>
                                          <p:spTgt spid="4"/>
                                        </p:tgtEl>
                                      </p:cBhvr>
                                      <p:from x="100000" y="100000"/>
                                      <p:to x="106000" y="106000"/>
                                    </p:animScale>
                                    <p:animScale>
                                      <p:cBhvr>
                                        <p:cTn id="7" dur="450" accel="20000" decel="60000" fill="remove">
                                          <p:stCondLst>
                                            <p:cond delay="4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from x="106000" y="106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pulse-strong    脉冲（强）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presetID=6  ·  presetClass=emph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450" accel="20000" decel="60000" fill="hold"/>
                                        <p:tgtEl>
                                          <p:spTgt spid="4"/>
                                        </p:tgtEl>
                                      </p:cBhvr>
                                      <p:from x="100000" y="100000"/>
                                      <p:to x="110000" y="110000"/>
                                    </p:animScale>
                                    <p:animScale>
                                      <p:cBhvr>
                                        <p:cTn id="7" dur="450" accel="20000" decel="60000" fill="remove">
                                          <p:stCondLst>
                                            <p:cond delay="4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from x="110000" y="11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grow-shrink-soft    缩放强调（弱）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presetID=6  ·  presetClass=emph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450" accel="20000" decel="60000" fill="hold"/>
                                        <p:tgtEl>
                                          <p:spTgt spid="4"/>
                                        </p:tgtEl>
                                      </p:cBhvr>
                                      <p:from x="95000" y="95000"/>
                                      <p:to x="104000" y="104000"/>
                                    </p:animScale>
                                    <p:animScale>
                                      <p:cBhvr>
                                        <p:cTn id="7" dur="450" accel="20000" decel="60000" fill="remove">
                                          <p:stCondLst>
                                            <p:cond delay="4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from x="104000" y="10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grow-shrink    缩放强调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presetID=6  ·  presetClass=emph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450" accel="20000" decel="60000" fill="hold"/>
                                        <p:tgtEl>
                                          <p:spTgt spid="4"/>
                                        </p:tgtEl>
                                      </p:cBhvr>
                                      <p:from x="90000" y="90000"/>
                                      <p:to x="108000" y="108000"/>
                                    </p:animScale>
                                    <p:animScale>
                                      <p:cBhvr>
                                        <p:cTn id="7" dur="450" accel="20000" decel="60000" fill="remove">
                                          <p:stCondLst>
                                            <p:cond delay="4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from x="108000" y="108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grow-shrink-strong    缩放强调（强）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presetID=6  ·  presetClass=emph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450" accel="20000" decel="60000" fill="hold"/>
                                        <p:tgtEl>
                                          <p:spTgt spid="4"/>
                                        </p:tgtEl>
                                      </p:cBhvr>
                                      <p:from x="85000" y="85000"/>
                                      <p:to x="112000" y="112000"/>
                                    </p:animScale>
                                    <p:animScale>
                                      <p:cBhvr>
                                        <p:cTn id="7" dur="450" accel="20000" decel="60000" fill="remove">
                                          <p:stCondLst>
                                            <p:cond delay="4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from x="112000" y="112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spin    陀螺旋转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presetID=8  ·  presetClass=emph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900" fill="remove"/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blink    闪烁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presetID=9  ·  presetClass=emph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900" fill="remov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1"/>
                                          </p:val>
                                        </p:tav>
                                        <p:tav tm="50000">
                                          <p:val>
                                            <p:fltVal val="0.3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exit-fade    淡出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presetID=10  ·  presetClass=exit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900" accel="70000" decel="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exit-scale    轻缩放退出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presetID=31  ·  presetClass=exit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xit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900" accel="70000" decel="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900" accel="70000" decel="0" fill="hold"/>
                                        <p:tgtEl>
                                          <p:spTgt spid="4"/>
                                        </p:tgtEl>
                                      </p:cBhvr>
                                      <p:from x="100000" y="100000"/>
                                      <p:to x="85000" y="85000"/>
                                    </p:animScale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exit-zoom    缩小退出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presetID=31  ·  presetClass=exit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xit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900" accel="70000" decel="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900" accel="70000" decel="0" fill="hold"/>
                                        <p:tgtEl>
                                          <p:spTgt spid="4"/>
                                        </p:tgtEl>
                                      </p:cBhvr>
                                      <p:from x="100000" y="100000"/>
                                      <p:to x="75000" y="75000"/>
                                    </p:animScale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exit-wipe    擦除退出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presetID=22  ·  presetClass=exit  ·  presetSubtype=8  ·  filter=wipe(right)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7" dur="900" accel="70000" decel="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exit-fly    飞出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presetID=2  ·  presetClass=exit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900" accel="70000" decel="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900" accel="70000" decel="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#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exit-dissolve    溶解退出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presetID=9  ·  presetClass=exit  ·  filter=dissolve    （网页侧为近似）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xit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7" dur="900" accel="70000" decel="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exit-blinds    百叶窗退出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presetID=3  ·  presetClass=exit  ·  presetSubtype=10  ·  filter=blinds(horizontal)    （网页侧为近似）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7" dur="900" accel="70000" decel="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exit-circle    圆形收拢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presetID=6  ·  presetClass=exit  ·  presetSubtype=32  ·  filter=circle(out)    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xit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ircle(out)">
                                      <p:cBhvr>
                                        <p:cTn id="7" dur="900" accel="70000" decel="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2026-08-18T14:51:25Z</dcterms:created>
  <dcterms:modified xsi:type="dcterms:W3CDTF">2026-08-18T14:51:25Z</dcterms:modified>
</cp:coreProperties>
</file>