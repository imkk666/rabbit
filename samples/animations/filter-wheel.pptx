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wheel-in    轮辐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presetID=21  ·  presetClass=entr  ·  presetSubtype=4  ·  filter=wheel(4)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