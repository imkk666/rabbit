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三步点击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点三次，每次出现一个方块（三个独立的点击步）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914400" y="2011680"/>
            <a:ext cx="2194560" cy="2011680"/>
          </a:xfrm>
          <a:prstGeom prst="rect">
            <a:avLst/>
          </a:prstGeom>
          <a:solidFill>
            <a:srgbClr val="4F7DF3"/>
          </a:solidFill>
          <a:ln/>
        </p:spPr>
      </p:sp>
      <p:sp>
        <p:nvSpPr>
          <p:cNvPr id="5" name="block2"/>
          <p:cNvSpPr/>
          <p:nvPr/>
        </p:nvSpPr>
        <p:spPr>
          <a:xfrm>
            <a:off x="3474720" y="2011680"/>
            <a:ext cx="2194560" cy="2011680"/>
          </a:xfrm>
          <a:prstGeom prst="rect">
            <a:avLst/>
          </a:prstGeom>
          <a:solidFill>
            <a:srgbClr val="F2596B"/>
          </a:solidFill>
          <a:ln/>
        </p:spPr>
      </p:sp>
      <p:sp>
        <p:nvSpPr>
          <p:cNvPr id="6" name="block3"/>
          <p:cNvSpPr/>
          <p:nvPr/>
        </p:nvSpPr>
        <p:spPr>
          <a:xfrm>
            <a:off x="6035040" y="2011680"/>
            <a:ext cx="2194560" cy="2011680"/>
          </a:xfrm>
          <a:prstGeom prst="rect">
            <a:avLst/>
          </a:prstGeom>
          <a:solidFill>
            <a:srgbClr val="32C48D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 accel="0" decel="7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900" accel="0" decel="7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 accel="0" decel="7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00" accel="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一步同时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点一次，三个方块同时出现（一个点击步 + 两个 withEffect）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914400" y="2011680"/>
            <a:ext cx="2194560" cy="2011680"/>
          </a:xfrm>
          <a:prstGeom prst="rect">
            <a:avLst/>
          </a:prstGeom>
          <a:solidFill>
            <a:srgbClr val="4F7DF3"/>
          </a:solidFill>
          <a:ln/>
        </p:spPr>
      </p:sp>
      <p:sp>
        <p:nvSpPr>
          <p:cNvPr id="5" name="block2"/>
          <p:cNvSpPr/>
          <p:nvPr/>
        </p:nvSpPr>
        <p:spPr>
          <a:xfrm>
            <a:off x="3474720" y="2011680"/>
            <a:ext cx="2194560" cy="2011680"/>
          </a:xfrm>
          <a:prstGeom prst="rect">
            <a:avLst/>
          </a:prstGeom>
          <a:solidFill>
            <a:srgbClr val="F2596B"/>
          </a:solidFill>
          <a:ln/>
        </p:spPr>
      </p:sp>
      <p:sp>
        <p:nvSpPr>
          <p:cNvPr id="6" name="block3"/>
          <p:cNvSpPr/>
          <p:nvPr/>
        </p:nvSpPr>
        <p:spPr>
          <a:xfrm>
            <a:off x="6035040" y="2011680"/>
            <a:ext cx="2194560" cy="2011680"/>
          </a:xfrm>
          <a:prstGeom prst="rect">
            <a:avLst/>
          </a:prstGeom>
          <a:solidFill>
            <a:srgbClr val="32C48D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 accel="0" decel="7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900" accel="0" decel="7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900" accel="0" decel="7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900" accel="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一步依次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点一次，三个方块依次自动出现（一个点击步 + 两个 afterEffect）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914400" y="2011680"/>
            <a:ext cx="2194560" cy="2011680"/>
          </a:xfrm>
          <a:prstGeom prst="rect">
            <a:avLst/>
          </a:prstGeom>
          <a:solidFill>
            <a:srgbClr val="4F7DF3"/>
          </a:solidFill>
          <a:ln/>
        </p:spPr>
      </p:sp>
      <p:sp>
        <p:nvSpPr>
          <p:cNvPr id="5" name="block2"/>
          <p:cNvSpPr/>
          <p:nvPr/>
        </p:nvSpPr>
        <p:spPr>
          <a:xfrm>
            <a:off x="3474720" y="2011680"/>
            <a:ext cx="2194560" cy="2011680"/>
          </a:xfrm>
          <a:prstGeom prst="rect">
            <a:avLst/>
          </a:prstGeom>
          <a:solidFill>
            <a:srgbClr val="F2596B"/>
          </a:solidFill>
          <a:ln/>
        </p:spPr>
      </p:sp>
      <p:sp>
        <p:nvSpPr>
          <p:cNvPr id="6" name="block3"/>
          <p:cNvSpPr/>
          <p:nvPr/>
        </p:nvSpPr>
        <p:spPr>
          <a:xfrm>
            <a:off x="6035040" y="2011680"/>
            <a:ext cx="2194560" cy="2011680"/>
          </a:xfrm>
          <a:prstGeom prst="rect">
            <a:avLst/>
          </a:prstGeom>
          <a:solidFill>
            <a:srgbClr val="32C48D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 accel="0" decel="7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00" accel="0" decel="7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 accel="0" decel="7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900" accel="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进页即播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不用点，翻到这页第一个方块就该自己出现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914400" y="2011680"/>
            <a:ext cx="2194560" cy="2011680"/>
          </a:xfrm>
          <a:prstGeom prst="rect">
            <a:avLst/>
          </a:prstGeom>
          <a:solidFill>
            <a:srgbClr val="4F7DF3"/>
          </a:solidFill>
          <a:ln/>
        </p:spPr>
      </p:sp>
      <p:sp>
        <p:nvSpPr>
          <p:cNvPr id="5" name="block2"/>
          <p:cNvSpPr/>
          <p:nvPr/>
        </p:nvSpPr>
        <p:spPr>
          <a:xfrm>
            <a:off x="3474720" y="2011680"/>
            <a:ext cx="2194560" cy="2011680"/>
          </a:xfrm>
          <a:prstGeom prst="rect">
            <a:avLst/>
          </a:prstGeom>
          <a:solidFill>
            <a:srgbClr val="F2596B"/>
          </a:solidFill>
          <a:ln/>
        </p:spPr>
      </p:sp>
      <p:sp>
        <p:nvSpPr>
          <p:cNvPr id="6" name="block3"/>
          <p:cNvSpPr/>
          <p:nvPr/>
        </p:nvSpPr>
        <p:spPr>
          <a:xfrm>
            <a:off x="6035040" y="2011680"/>
            <a:ext cx="2194560" cy="2011680"/>
          </a:xfrm>
          <a:prstGeom prst="rect">
            <a:avLst/>
          </a:prstGeom>
          <a:solidFill>
            <a:srgbClr val="32C48D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00" accel="0" decel="7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 accel="0" decel="7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00" accel="0" decel="7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900" accel="0" decel="7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900" accel="0" decel="7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退场时机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点一次，方块应该「淡出」而不是「瞬间消失」（visibility 延到效果末尾）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1200" accel="70000" decel="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