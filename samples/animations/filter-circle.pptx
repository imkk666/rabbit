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circle-in    圆形展开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presetClass=entr  ·  presetSubtype=16  ·  filter=circle(in)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exit-circle    圆形收拢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presetClass=exit  ·  presetSubtype=32  ·  filter=circle(out)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