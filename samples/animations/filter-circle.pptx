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circle-in    圆形展开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presetID=6  ·  presetClass=entr  ·  presetSubtype=16  ·  filter=circle(in)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exit-circle    圆形收拢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presetID=6  ·  presetClass=exit  ·  presetSubtype=32  ·  filter=circle(out)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7" dur="900" accel="70000" decel="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2026-08-18T23:43:16Z</dcterms:created>
  <dcterms:modified xsi:type="dcterms:W3CDTF">2026-08-18T23:43:16Z</dcterms:modified>
</cp:coreProperties>
</file>