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blinds-h    百叶窗（横）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  ·  presetClass=entr  ·  presetSubtype=10  ·  filter=blinds(horizontal)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blinds-v    百叶窗（竖）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  ·  presetClass=entr  ·  presetSubtype=5  ·  filter=blinds(vertical)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exit-blinds    百叶窗退出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  ·  presetClass=exit  ·  presetSubtype=10  ·  filter=blinds(horizontal)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