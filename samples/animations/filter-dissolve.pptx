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dissolve-in    溶解</a:t>
            </a:r>
            <a:endParaRPr lang="en-US" sz="2800" dirty="0"/>
          </a:p>
        </p:txBody>
      </p:sp>
      <p:sp>
        <p:nvSpPr>
          <p:cNvPr id="3" name="sublabel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presetID=9  ·  presetClass=entr  ·  filter=dissolve    （网页侧为近似）</a:t>
            </a:r>
            <a:endParaRPr lang="en-US" sz="1400" dirty="0"/>
          </a:p>
        </p:txBody>
      </p:sp>
      <p:sp>
        <p:nvSpPr>
          <p:cNvPr id="4" name="block1"/>
          <p:cNvSpPr/>
          <p:nvPr/>
        </p:nvSpPr>
        <p:spPr>
          <a:xfrm>
            <a:off x="2651760" y="2011680"/>
            <a:ext cx="3840480" cy="2011680"/>
          </a:xfrm>
          <a:prstGeom prst="rect">
            <a:avLst/>
          </a:prstGeom>
          <a:solidFill>
            <a:srgbClr val="4F7DF3"/>
          </a:solidFill>
          <a:ln/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900" accel="0" decel="70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exit-dissolve    溶解退出</a:t>
            </a:r>
            <a:endParaRPr lang="en-US" sz="2800" dirty="0"/>
          </a:p>
        </p:txBody>
      </p:sp>
      <p:sp>
        <p:nvSpPr>
          <p:cNvPr id="3" name="sublabel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presetID=9  ·  presetClass=exit  ·  filter=dissolve    （网页侧为近似）</a:t>
            </a:r>
            <a:endParaRPr lang="en-US" sz="1400" dirty="0"/>
          </a:p>
        </p:txBody>
      </p:sp>
      <p:sp>
        <p:nvSpPr>
          <p:cNvPr id="4" name="block1"/>
          <p:cNvSpPr/>
          <p:nvPr/>
        </p:nvSpPr>
        <p:spPr>
          <a:xfrm>
            <a:off x="2651760" y="2011680"/>
            <a:ext cx="3840480" cy="2011680"/>
          </a:xfrm>
          <a:prstGeom prst="rect">
            <a:avLst/>
          </a:prstGeom>
          <a:solidFill>
            <a:srgbClr val="4F7DF3"/>
          </a:solidFill>
          <a:ln/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" dur="900" accel="70000" decel="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8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2026-08-18T23:43:16Z</dcterms:created>
  <dcterms:modified xsi:type="dcterms:W3CDTF">2026-08-18T23:43:16Z</dcterms:modified>
</cp:coreProperties>
</file>