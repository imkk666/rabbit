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scale-in    轻缩放进入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presetID=31  ·  presetClass=entr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85000" y="8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zoom-in    放大进入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presetID=31  ·  presetClass=entr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75000" y="7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exit-scale    轻缩放退出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presetID=31  ·  presetClass=exit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xit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900" accel="70000" decel="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900" accel="70000" decel="0" fill="hold"/>
                                        <p:tgtEl>
                                          <p:spTgt spid="4"/>
                                        </p:tgtEl>
                                      </p:cBhvr>
                                      <p:from x="100000" y="100000"/>
                                      <p:to x="85000" y="85000"/>
                                    </p:animScale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exit-zoom    缩小退出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presetID=31  ·  presetClass=exit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xit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900" accel="70000" decel="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900" accel="70000" decel="0" fill="hold"/>
                                        <p:tgtEl>
                                          <p:spTgt spid="4"/>
                                        </p:tgtEl>
                                      </p:cBhvr>
                                      <p:from x="100000" y="100000"/>
                                      <p:to x="75000" y="75000"/>
                                    </p:animScale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pulse-soft    脉冲（弱）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presetID=6  ·  presetClass=emph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450" accel="20000" decel="6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100000" y="100000"/>
                                      <p:to x="103000" y="103000"/>
                                    </p:animScale>
                                    <p:animScale>
                                      <p:cBhvr>
                                        <p:cTn id="7" dur="450" accel="20000" decel="60000" fill="remove">
                                          <p:stCondLst>
                                            <p:cond delay="4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103000" y="103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    脉冲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presetID=6  ·  presetClass=emph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450" accel="20000" decel="6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  <p:animScale>
                                      <p:cBhvr>
                                        <p:cTn id="7" dur="450" accel="20000" decel="60000" fill="remove">
                                          <p:stCondLst>
                                            <p:cond delay="4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106000" y="106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pulse-strong    脉冲（强）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presetID=6  ·  presetClass=emph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450" accel="20000" decel="6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100000" y="100000"/>
                                      <p:to x="110000" y="110000"/>
                                    </p:animScale>
                                    <p:animScale>
                                      <p:cBhvr>
                                        <p:cTn id="7" dur="450" accel="20000" decel="60000" fill="remove">
                                          <p:stCondLst>
                                            <p:cond delay="4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110000" y="1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grow-shrink-soft    缩放强调（弱）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presetID=6  ·  presetClass=emph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70" accel="20000" decel="6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100000" y="100000"/>
                                      <p:to x="95000" y="95000"/>
                                    </p:animScale>
                                    <p:animScale>
                                      <p:cBhvr>
                                        <p:cTn id="7" dur="360" accel="20000" decel="60000" fill="hold">
                                          <p:stCondLst>
                                            <p:cond delay="27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95000" y="95000"/>
                                      <p:to x="104000" y="104000"/>
                                    </p:animScale>
                                    <p:animScale>
                                      <p:cBhvr>
                                        <p:cTn id="8" dur="270" accel="20000" decel="60000" fill="remove">
                                          <p:stCondLst>
                                            <p:cond delay="63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104000" y="10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grow-shrink    缩放强调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presetID=6  ·  presetClass=emph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70" accel="20000" decel="6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100000" y="100000"/>
                                      <p:to x="90000" y="90000"/>
                                    </p:animScale>
                                    <p:animScale>
                                      <p:cBhvr>
                                        <p:cTn id="7" dur="360" accel="20000" decel="60000" fill="hold">
                                          <p:stCondLst>
                                            <p:cond delay="27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90000" y="90000"/>
                                      <p:to x="108000" y="108000"/>
                                    </p:animScale>
                                    <p:animScale>
                                      <p:cBhvr>
                                        <p:cTn id="8" dur="270" accel="20000" decel="60000" fill="remove">
                                          <p:stCondLst>
                                            <p:cond delay="63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grow-shrink-strong    缩放强调（强）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presetID=6  ·  presetClass=emph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70" accel="20000" decel="6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100000" y="100000"/>
                                      <p:to x="85000" y="85000"/>
                                    </p:animScale>
                                    <p:animScale>
                                      <p:cBhvr>
                                        <p:cTn id="7" dur="360" accel="20000" decel="60000" fill="hold">
                                          <p:stCondLst>
                                            <p:cond delay="27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85000" y="85000"/>
                                      <p:to x="112000" y="112000"/>
                                    </p:animScale>
                                    <p:animScale>
                                      <p:cBhvr>
                                        <p:cTn id="8" dur="270" accel="20000" decel="60000" fill="remove">
                                          <p:stCondLst>
                                            <p:cond delay="63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112000" y="11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2026-08-18T23:43:16Z</dcterms:created>
  <dcterms:modified xsi:type="dcterms:W3CDTF">2026-08-18T23:43:16Z</dcterms:modified>
</cp:coreProperties>
</file>