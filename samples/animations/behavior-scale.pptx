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scale-in    轻缩放进入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presetID=31  ·  presetClass=entr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85000" y="8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zoom-in    放大进入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presetID=31  ·  presetClass=entr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75000" y="7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exit-scale    轻缩放退出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presetID=31  ·  presetClass=exit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900" accel="70000" decel="0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85000" y="85000"/>
                                    </p:animScale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exit-zoom    缩小退出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presetID=31  ·  presetClass=exit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900" accel="70000" decel="0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75000" y="75000"/>
                                    </p:animScale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pulse-soft    脉冲（弱）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50" accel="20000" decel="6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03000" y="103000"/>
                                    </p:animScale>
                                    <p:animScale>
                                      <p:cBhvr>
                                        <p:cTn id="7" dur="450" accel="20000" decel="60000" fill="remove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3000" y="103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   脉冲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50" accel="20000" decel="6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  <p:animScale>
                                      <p:cBhvr>
                                        <p:cTn id="7" dur="450" accel="20000" decel="60000" fill="remove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6000" y="106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pulse-strong    脉冲（强）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50" accel="20000" decel="6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7" dur="450" accel="20000" decel="60000" fill="remove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grow-shrink-soft    缩放强调（弱）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50" accel="20000" decel="6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95000" y="95000"/>
                                      <p:to x="104000" y="104000"/>
                                    </p:animScale>
                                    <p:animScale>
                                      <p:cBhvr>
                                        <p:cTn id="7" dur="450" accel="20000" decel="60000" fill="remove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grow-shrink    缩放强调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50" accel="20000" decel="6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90000" y="90000"/>
                                      <p:to x="108000" y="108000"/>
                                    </p:animScale>
                                    <p:animScale>
                                      <p:cBhvr>
                                        <p:cTn id="7" dur="450" accel="20000" decel="60000" fill="remove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grow-shrink-strong    缩放强调（强）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50" accel="20000" decel="6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85000" y="85000"/>
                                      <p:to x="112000" y="112000"/>
                                    </p:animScale>
                                    <p:animScale>
                                      <p:cBhvr>
                                        <p:cTn id="7" dur="450" accel="20000" decel="60000" fill="remove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12000" y="11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2026-08-18T14:51:25Z</dcterms:created>
  <dcterms:modified xsi:type="dcterms:W3CDTF">2026-08-18T14:51:25Z</dcterms:modified>
</cp:coreProperties>
</file>