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    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presetID=10  ·  presetClass=entr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exit-fade    淡出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presetID=10  ·  presetClass=exit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