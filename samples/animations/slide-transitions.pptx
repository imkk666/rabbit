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转场：无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no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转场：随机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random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转场：左右推移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slideX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转场：上下推移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slideY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转场：左右推移（3D）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slideX3D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转场：上下推移（3D）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slideY3D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转场：淡入淡出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fade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转场：旋转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rotate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ransition spd="med">
    <p:newsfla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转场：上下展开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scaleY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ransition spd="med">
    <p:split orient="horz" dir="ou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转场：左右展开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scaleX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ransition spd="med">
    <p:split orient="vert" dir="ou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转场：放大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scale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ransition spd="med">
    <p:zoom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转场：缩小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turningMode = scaleReverse    翻到本页时应播放该转场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ransition spd="med">
    <p:zoom dir="ou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