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fade-up    自下淡入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presetSubtype=4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fade-down    自上淡入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presetSubtype=1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fade-left    自左淡入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presetSubtype=8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fade-right    自右淡入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presetSubtype=2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slide-up    自下滑入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presetSubtype=4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slide-down    自上滑入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presetSubtype=1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slide-left    自左滑入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presetSubtype=8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slide-right    自右滑入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presetSubtype=2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fly-in    飞入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exit-fly    飞出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2026-08-18T14:51:25Z</dcterms:created>
  <dcterms:modified xsi:type="dcterms:W3CDTF">2026-08-18T14:51:25Z</dcterms:modified>
</cp:coreProperties>
</file>